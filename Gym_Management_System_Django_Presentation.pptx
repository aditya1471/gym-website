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Gym Management System</a:t>
            </a:r>
          </a:p>
        </p:txBody>
      </p:sp>
      <p:sp>
        <p:nvSpPr>
          <p:cNvPr id="3" name="Subtitle 2"/>
          <p:cNvSpPr>
            <a:spLocks noGrp="1"/>
          </p:cNvSpPr>
          <p:nvPr>
            <p:ph type="subTitle" idx="1"/>
          </p:nvPr>
        </p:nvSpPr>
        <p:spPr/>
        <p:txBody>
          <a:bodyPr/>
          <a:lstStyle/>
          <a:p>
            <a:r>
              <a:t>Using Django</a:t>
            </a:r>
          </a:p>
          <a:p>
            <a:r>
              <a:t>Presented by: [Your Name]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a:defRPr sz="1400"/>
            </a:pPr>
            <a:r>
              <a:rPr sz="3200"/>
              <a:t>The Gym Management System is a web-based application developed using Django framework. It is designed to efficiently manage gym operations including member registration, attendance tracking, fee payments, and trainer assignments. The main aim of this system is to automate daily activities and provide an easy-to-use interface for gym administrators, trainers, and members.</a:t>
            </a:r>
            <a:endParaRPr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Objective</a:t>
            </a:r>
          </a:p>
        </p:txBody>
      </p:sp>
      <p:sp>
        <p:nvSpPr>
          <p:cNvPr id="3" name="Content Placeholder 2"/>
          <p:cNvSpPr>
            <a:spLocks noGrp="1"/>
          </p:cNvSpPr>
          <p:nvPr>
            <p:ph idx="1"/>
          </p:nvPr>
        </p:nvSpPr>
        <p:spPr/>
        <p:txBody>
          <a:bodyPr/>
          <a:lstStyle/>
          <a:p>
            <a:pPr>
              <a:defRPr sz="1400"/>
            </a:pPr>
            <a:r>
              <a:rPr sz="3200"/>
              <a:t>The main objective of this project is to streamline the administrative tasks of a gym. By using Django, the system ensures data integrity, security, and scalability. It helps gym owners to manage their business effectively by keeping track of memberships, fees, and scheduling in a centralized database.</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lstStyle/>
          <a:p>
            <a:pPr>
              <a:defRPr sz="1400"/>
            </a:pPr>
            <a:r>
              <a:rPr sz="3200"/>
              <a:t>The project is built using Python and Django framework. Front-end technologies include HTML, CSS, and JavaScript. For database management, SQLite is used. Django’s built-in features such as the admin panel, ORM, and templating engine significantly reduce development time and enhance functionality.</a:t>
            </a:r>
            <a:endParaRPr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User Roles</a:t>
            </a:r>
          </a:p>
        </p:txBody>
      </p:sp>
      <p:sp>
        <p:nvSpPr>
          <p:cNvPr id="3" name="Content Placeholder 2"/>
          <p:cNvSpPr>
            <a:spLocks noGrp="1"/>
          </p:cNvSpPr>
          <p:nvPr>
            <p:ph idx="1"/>
          </p:nvPr>
        </p:nvSpPr>
        <p:spPr/>
        <p:txBody>
          <a:bodyPr/>
          <a:lstStyle/>
          <a:p>
            <a:pPr>
              <a:defRPr sz="1400"/>
            </a:pPr>
            <a:r>
              <a:rPr sz="3200"/>
              <a:t>The system includes three primary roles: Admin, Trainer, and Member. Admins have full control over the system including user management, fee tracking, and scheduling. Trainers can view their assigned members and update progress. Members can view their profile, workout schedules, and payment history.</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Admin Dashboard</a:t>
            </a:r>
          </a:p>
        </p:txBody>
      </p:sp>
      <p:sp>
        <p:nvSpPr>
          <p:cNvPr id="3" name="Content Placeholder 2"/>
          <p:cNvSpPr>
            <a:spLocks noGrp="1"/>
          </p:cNvSpPr>
          <p:nvPr>
            <p:ph idx="1"/>
          </p:nvPr>
        </p:nvSpPr>
        <p:spPr/>
        <p:txBody>
          <a:bodyPr/>
          <a:lstStyle/>
          <a:p>
            <a:pPr>
              <a:defRPr sz="1400"/>
            </a:pPr>
            <a:r>
              <a:rPr sz="3200"/>
              <a:t>The admin dashboard is the central control panel of the system. It provides comprehensive tools to manage users, view system analytics, generate reports, and configure workout schedules. Admins can add new members, assign trainers, and monitor membership status in real-time.</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Member Registration</a:t>
            </a:r>
          </a:p>
        </p:txBody>
      </p:sp>
      <p:sp>
        <p:nvSpPr>
          <p:cNvPr id="3" name="Content Placeholder 2"/>
          <p:cNvSpPr>
            <a:spLocks noGrp="1"/>
          </p:cNvSpPr>
          <p:nvPr>
            <p:ph idx="1"/>
          </p:nvPr>
        </p:nvSpPr>
        <p:spPr/>
        <p:txBody>
          <a:bodyPr/>
          <a:lstStyle/>
          <a:p>
            <a:pPr>
              <a:defRPr sz="1400"/>
            </a:pPr>
            <a:r>
              <a:rPr sz="3200"/>
              <a:t>The system allows easy registration of new members through a web form. Information such as name, age, contact, membership plan, and joining date is recorded. Upon registration, a profile is created for each member which can be accessed and updated by the admin or the member.</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Trainer Management</a:t>
            </a:r>
          </a:p>
        </p:txBody>
      </p:sp>
      <p:sp>
        <p:nvSpPr>
          <p:cNvPr id="3" name="Content Placeholder 2"/>
          <p:cNvSpPr>
            <a:spLocks noGrp="1"/>
          </p:cNvSpPr>
          <p:nvPr>
            <p:ph idx="1"/>
          </p:nvPr>
        </p:nvSpPr>
        <p:spPr/>
        <p:txBody>
          <a:bodyPr/>
          <a:lstStyle/>
          <a:p>
            <a:pPr>
              <a:defRPr sz="1400"/>
            </a:pPr>
            <a:r>
              <a:rPr sz="3200"/>
              <a:t>Admins can add and manage trainer profiles in the system. Trainers are assigned to specific members or batches. Their schedules, qualifications, and contact details are stored. Trainers can also monitor member progress and provide feedback through the system.</a:t>
            </a:r>
            <a:endParaRPr sz="3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Workout Plans</a:t>
            </a:r>
          </a:p>
        </p:txBody>
      </p:sp>
      <p:sp>
        <p:nvSpPr>
          <p:cNvPr id="3" name="Content Placeholder 2"/>
          <p:cNvSpPr>
            <a:spLocks noGrp="1"/>
          </p:cNvSpPr>
          <p:nvPr>
            <p:ph idx="1"/>
          </p:nvPr>
        </p:nvSpPr>
        <p:spPr/>
        <p:txBody>
          <a:bodyPr/>
          <a:lstStyle/>
          <a:p>
            <a:pPr>
              <a:defRPr sz="1400"/>
            </a:pPr>
            <a:r>
              <a:rPr sz="3200"/>
              <a:t>Customized workout plans can be created and assigned to members based on their fitness goals. Trainers can update these plans regularly. Members can view their workout routines on their dashboard, making it easier to follow a structured plan.</a:t>
            </a:r>
            <a:endParaRPr sz="3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Attendance Tracking</a:t>
            </a:r>
          </a:p>
        </p:txBody>
      </p:sp>
      <p:sp>
        <p:nvSpPr>
          <p:cNvPr id="3" name="Content Placeholder 2"/>
          <p:cNvSpPr>
            <a:spLocks noGrp="1"/>
          </p:cNvSpPr>
          <p:nvPr>
            <p:ph idx="1"/>
          </p:nvPr>
        </p:nvSpPr>
        <p:spPr/>
        <p:txBody>
          <a:bodyPr/>
          <a:lstStyle/>
          <a:p>
            <a:pPr>
              <a:defRPr sz="1400"/>
            </a:pPr>
            <a:r>
              <a:rPr sz="3200"/>
              <a:t>The attendance feature allows admins and trainers to mark and monitor member attendance. This ensures that members are regularly attending sessions. The data can be used for performance tracking and can be exported for reporting purposes.</a:t>
            </a:r>
            <a:endParaRPr sz="3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Fee Management</a:t>
            </a:r>
          </a:p>
        </p:txBody>
      </p:sp>
      <p:sp>
        <p:nvSpPr>
          <p:cNvPr id="3" name="Content Placeholder 2"/>
          <p:cNvSpPr>
            <a:spLocks noGrp="1"/>
          </p:cNvSpPr>
          <p:nvPr>
            <p:ph idx="1"/>
          </p:nvPr>
        </p:nvSpPr>
        <p:spPr/>
        <p:txBody>
          <a:bodyPr/>
          <a:lstStyle/>
          <a:p>
            <a:pPr>
              <a:defRPr sz="1400"/>
            </a:pPr>
            <a:r>
              <a:rPr sz="3200"/>
              <a:t>Fee collection and tracking are streamlined using this system. Members can view their due amounts and payment history. Admins can set payment deadlines, send reminders, and generate invoices. This feature improves financial management and transparency.</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Class Scheduling</a:t>
            </a:r>
          </a:p>
        </p:txBody>
      </p:sp>
      <p:sp>
        <p:nvSpPr>
          <p:cNvPr id="3" name="Content Placeholder 2"/>
          <p:cNvSpPr>
            <a:spLocks noGrp="1"/>
          </p:cNvSpPr>
          <p:nvPr>
            <p:ph idx="1"/>
          </p:nvPr>
        </p:nvSpPr>
        <p:spPr/>
        <p:txBody>
          <a:bodyPr/>
          <a:lstStyle/>
          <a:p>
            <a:pPr>
              <a:defRPr sz="1400"/>
            </a:pPr>
            <a:r>
              <a:rPr sz="3200"/>
              <a:t>The system supports the creation and management of workout class schedules. Admins can set time slots, assign trainers, and enroll members. Members can view and book available classes through their dashboard.</a:t>
            </a:r>
            <a:endParaRPr sz="3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Reports and Analytics</a:t>
            </a:r>
          </a:p>
        </p:txBody>
      </p:sp>
      <p:sp>
        <p:nvSpPr>
          <p:cNvPr id="3" name="Content Placeholder 2"/>
          <p:cNvSpPr>
            <a:spLocks noGrp="1"/>
          </p:cNvSpPr>
          <p:nvPr>
            <p:ph idx="1"/>
          </p:nvPr>
        </p:nvSpPr>
        <p:spPr/>
        <p:txBody>
          <a:bodyPr/>
          <a:lstStyle/>
          <a:p>
            <a:pPr>
              <a:defRPr sz="1400"/>
            </a:pPr>
            <a:r>
              <a:rPr sz="3200"/>
              <a:t>Various reports such as attendance logs, payment reports, and performance analytics can be generated. These insights help admins in making informed decisions, identifying trends, and improving gym operations.</a:t>
            </a:r>
            <a:endParaRPr sz="3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Security Features</a:t>
            </a:r>
          </a:p>
        </p:txBody>
      </p:sp>
      <p:sp>
        <p:nvSpPr>
          <p:cNvPr id="3" name="Content Placeholder 2"/>
          <p:cNvSpPr>
            <a:spLocks noGrp="1"/>
          </p:cNvSpPr>
          <p:nvPr>
            <p:ph idx="1"/>
          </p:nvPr>
        </p:nvSpPr>
        <p:spPr/>
        <p:txBody>
          <a:bodyPr/>
          <a:lstStyle/>
          <a:p>
            <a:pPr>
              <a:defRPr sz="1400"/>
            </a:pPr>
            <a:r>
              <a:rPr sz="3200"/>
              <a:t>The system includes authentication and authorization mechanisms to protect user data. Passwords are securely stored using hashing algorithms. Access control ensures that users can only perform actions permitted by their roles.</a:t>
            </a:r>
            <a:endParaRPr sz="3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Responsive Design</a:t>
            </a:r>
          </a:p>
        </p:txBody>
      </p:sp>
      <p:sp>
        <p:nvSpPr>
          <p:cNvPr id="3" name="Content Placeholder 2"/>
          <p:cNvSpPr>
            <a:spLocks noGrp="1"/>
          </p:cNvSpPr>
          <p:nvPr>
            <p:ph idx="1"/>
          </p:nvPr>
        </p:nvSpPr>
        <p:spPr/>
        <p:txBody>
          <a:bodyPr/>
          <a:lstStyle/>
          <a:p>
            <a:pPr>
              <a:defRPr sz="1400"/>
            </a:pPr>
            <a:r>
              <a:rPr sz="3200"/>
              <a:t>The application is designed to be mobile-friendly. Using responsive web design techniques, users can access the system from desktops, tablets, or smartphones. This ensures convenience and accessibility at all times.</a:t>
            </a:r>
            <a:endParaRPr sz="3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Email Notifications</a:t>
            </a:r>
          </a:p>
        </p:txBody>
      </p:sp>
      <p:sp>
        <p:nvSpPr>
          <p:cNvPr id="3" name="Content Placeholder 2"/>
          <p:cNvSpPr>
            <a:spLocks noGrp="1"/>
          </p:cNvSpPr>
          <p:nvPr>
            <p:ph idx="1"/>
          </p:nvPr>
        </p:nvSpPr>
        <p:spPr/>
        <p:txBody>
          <a:bodyPr/>
          <a:lstStyle/>
          <a:p>
            <a:pPr>
              <a:defRPr sz="1400"/>
            </a:pPr>
            <a:r>
              <a:rPr sz="3200"/>
              <a:t>The system sends automated email notifications for various events such as registration confirmations, fee due reminders, and class schedules. This keeps members and trainers informed and engaged.</a:t>
            </a:r>
            <a:endParaRPr sz="3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Feedback System</a:t>
            </a:r>
          </a:p>
        </p:txBody>
      </p:sp>
      <p:sp>
        <p:nvSpPr>
          <p:cNvPr id="3" name="Content Placeholder 2"/>
          <p:cNvSpPr>
            <a:spLocks noGrp="1"/>
          </p:cNvSpPr>
          <p:nvPr>
            <p:ph idx="1"/>
          </p:nvPr>
        </p:nvSpPr>
        <p:spPr/>
        <p:txBody>
          <a:bodyPr/>
          <a:lstStyle/>
          <a:p>
            <a:pPr>
              <a:defRPr sz="1400"/>
            </a:pPr>
            <a:r>
              <a:rPr sz="3200"/>
              <a:t>A feedback mechanism allows members to provide reviews about trainers and the gym services. This feedback is useful for maintaining quality standards and improving user satisfaction.</a:t>
            </a:r>
            <a:endParaRPr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Database Design</a:t>
            </a:r>
          </a:p>
        </p:txBody>
      </p:sp>
      <p:sp>
        <p:nvSpPr>
          <p:cNvPr id="3" name="Content Placeholder 2"/>
          <p:cNvSpPr>
            <a:spLocks noGrp="1"/>
          </p:cNvSpPr>
          <p:nvPr>
            <p:ph idx="1"/>
          </p:nvPr>
        </p:nvSpPr>
        <p:spPr/>
        <p:txBody>
          <a:bodyPr/>
          <a:lstStyle/>
          <a:p>
            <a:pPr>
              <a:defRPr sz="1400"/>
            </a:pPr>
            <a:r>
              <a:rPr sz="3200"/>
              <a:t>The system uses a well-structured relational database with tables for users, payments, attendance, workout plans, and schedules. Django ORM handles the interaction between the application and the database efficiently.</a:t>
            </a:r>
            <a:endParaRPr sz="3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Testing and Deployment</a:t>
            </a:r>
          </a:p>
        </p:txBody>
      </p:sp>
      <p:sp>
        <p:nvSpPr>
          <p:cNvPr id="3" name="Content Placeholder 2"/>
          <p:cNvSpPr>
            <a:spLocks noGrp="1"/>
          </p:cNvSpPr>
          <p:nvPr>
            <p:ph idx="1"/>
          </p:nvPr>
        </p:nvSpPr>
        <p:spPr/>
        <p:txBody>
          <a:bodyPr/>
          <a:lstStyle/>
          <a:p>
            <a:pPr>
              <a:defRPr sz="1400"/>
            </a:pPr>
            <a:r>
              <a:rPr sz="3200"/>
              <a:t>The application is tested for usability, performance, and security. It can be deployed on cloud platforms such as Heroku or AWS. Continuous integration and deployment practices can be integrated for future scalability.</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1400"/>
            </a:pPr>
            <a:r>
              <a:rPr sz="3200"/>
              <a:t>The Django-based Gym Management System provides a complete solution for managing gym activities efficiently. With features like registration, attendance, payments, and class management, it enhances the user experience and operational productivity of gym facilities.</a:t>
            </a:r>
            <a:endParaRPr sz="3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5104</Words>
  <Application>WPS Presentation</Application>
  <PresentationFormat>On-screen Show (4:3)</PresentationFormat>
  <Paragraphs>81</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SimSun</vt:lpstr>
      <vt:lpstr>Wingdings</vt:lpstr>
      <vt:lpstr>Arial</vt:lpstr>
      <vt:lpstr>Calibri</vt:lpstr>
      <vt:lpstr>Microsoft YaHei</vt:lpstr>
      <vt:lpstr>Arial Unicode MS</vt:lpstr>
      <vt:lpstr>Office Theme</vt:lpstr>
      <vt:lpstr>Gym Management System</vt:lpstr>
      <vt:lpstr>Introduction</vt:lpstr>
      <vt:lpstr>Objective</vt:lpstr>
      <vt:lpstr>Technology Stack</vt:lpstr>
      <vt:lpstr>User Roles</vt:lpstr>
      <vt:lpstr>Admin Dashboard</vt:lpstr>
      <vt:lpstr>Member Registration</vt:lpstr>
      <vt:lpstr>Trainer Management</vt:lpstr>
      <vt:lpstr>Workout Plans</vt:lpstr>
      <vt:lpstr>Attendance Tracking</vt:lpstr>
      <vt:lpstr>Fee Management</vt:lpstr>
      <vt:lpstr>Class Scheduling</vt:lpstr>
      <vt:lpstr>Reports and Analytics</vt:lpstr>
      <vt:lpstr>Security Features</vt:lpstr>
      <vt:lpstr>Responsive Design</vt:lpstr>
      <vt:lpstr>Email Notifications</vt:lpstr>
      <vt:lpstr>Feedback System</vt:lpstr>
      <vt:lpstr>Database Design</vt:lpstr>
      <vt:lpstr>Testing and Deployment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Riya Salhan</cp:lastModifiedBy>
  <cp:revision>2</cp:revision>
  <dcterms:created xsi:type="dcterms:W3CDTF">2013-01-27T09:14:00Z</dcterms:created>
  <dcterms:modified xsi:type="dcterms:W3CDTF">2025-06-11T07:02:28Z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ECB02F6EB86E48888C43D9FD23FCB16C_12</vt:lpwstr>
  </property>
  <property fmtid="{D5CDD505-2E9C-101B-9397-08002B2CF9AE}" pid="3" name="KSOProductBuildVer">
    <vt:lpwstr>2057-12.2.0.21183</vt:lpwstr>
  </property>
</Properties>
</file>